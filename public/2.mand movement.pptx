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8" roundtripDataSignature="AMtx7mj/gcB6qGK/dKWjoipgjrcKV0OI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customschemas.google.com/relationships/presentationmetadata" Target="meta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2021-12-09T05:12:14Z</dcterms:created>
  <dc:creator>System002</dc:creator>
</cp:coreProperties>
</file>